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Sz cx="12192000" cy="6858000"/>
  <p:notesSz cx="6797675" cy="9926638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E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ABB42A-5EC7-4F1E-BD7E-C7ACEFCC252C}" v="91" dt="2026-07-31T06:06:54.2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993" autoAdjust="0"/>
  </p:normalViewPr>
  <p:slideViewPr>
    <p:cSldViewPr snapToGrid="0">
      <p:cViewPr varScale="1">
        <p:scale>
          <a:sx n="82" d="100"/>
          <a:sy n="82" d="100"/>
        </p:scale>
        <p:origin x="68" y="2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24" Type="http://schemas.openxmlformats.org/officeDocument/2006/relationships/tableStyles" Target="tableStyles.xml"/><Relationship Id="rId2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atky Jan" userId="d1f878f3-39b3-4f9e-ab27-3d4bab0d1d84" providerId="ADAL" clId="{5B025628-E6C3-4357-88E0-9D7C83E85D59}"/>
    <pc:docChg chg="undo custSel addSld delSld modSld sldOrd">
      <pc:chgData name="Kratky Jan" userId="d1f878f3-39b3-4f9e-ab27-3d4bab0d1d84" providerId="ADAL" clId="{5B025628-E6C3-4357-88E0-9D7C83E85D59}" dt="2026-07-31T06:06:54.288" v="423"/>
      <pc:docMkLst>
        <pc:docMk/>
      </pc:docMkLst>
      <pc:sldChg chg="addSp delSp modSp mod modAnim">
        <pc:chgData name="Kratky Jan" userId="d1f878f3-39b3-4f9e-ab27-3d4bab0d1d84" providerId="ADAL" clId="{5B025628-E6C3-4357-88E0-9D7C83E85D59}" dt="2026-07-31T06:06:54.288" v="423"/>
        <pc:sldMkLst>
          <pc:docMk/>
          <pc:sldMk cId="3380588774" sldId="10401"/>
        </pc:sldMkLst>
        <pc:spChg chg="add mod">
          <ac:chgData name="Kratky Jan" userId="d1f878f3-39b3-4f9e-ab27-3d4bab0d1d84" providerId="ADAL" clId="{5B025628-E6C3-4357-88E0-9D7C83E85D59}" dt="2026-07-31T05:47:52.305" v="307" actId="164"/>
          <ac:spMkLst>
            <pc:docMk/>
            <pc:sldMk cId="3380588774" sldId="10401"/>
            <ac:spMk id="4" creationId="{BBC51974-7408-EFC0-E001-49ECC2A6FE3D}"/>
          </ac:spMkLst>
        </pc:spChg>
        <pc:spChg chg="mod ord">
          <ac:chgData name="Kratky Jan" userId="d1f878f3-39b3-4f9e-ab27-3d4bab0d1d84" providerId="ADAL" clId="{5B025628-E6C3-4357-88E0-9D7C83E85D59}" dt="2026-07-31T05:49:22.489" v="356" actId="166"/>
          <ac:spMkLst>
            <pc:docMk/>
            <pc:sldMk cId="3380588774" sldId="10401"/>
            <ac:spMk id="5" creationId="{B67E8162-1805-07BF-0C7B-834AF11945EF}"/>
          </ac:spMkLst>
        </pc:spChg>
        <pc:spChg chg="mod">
          <ac:chgData name="Kratky Jan" userId="d1f878f3-39b3-4f9e-ab27-3d4bab0d1d84" providerId="ADAL" clId="{5B025628-E6C3-4357-88E0-9D7C83E85D59}" dt="2026-07-31T05:42:24.527" v="251" actId="14100"/>
          <ac:spMkLst>
            <pc:docMk/>
            <pc:sldMk cId="3380588774" sldId="10401"/>
            <ac:spMk id="11" creationId="{3A352A43-FA01-A819-FE7C-5B655328C241}"/>
          </ac:spMkLst>
        </pc:spChg>
        <pc:spChg chg="ord">
          <ac:chgData name="Kratky Jan" userId="d1f878f3-39b3-4f9e-ab27-3d4bab0d1d84" providerId="ADAL" clId="{5B025628-E6C3-4357-88E0-9D7C83E85D59}" dt="2026-07-31T05:49:27.743" v="357" actId="166"/>
          <ac:spMkLst>
            <pc:docMk/>
            <pc:sldMk cId="3380588774" sldId="10401"/>
            <ac:spMk id="12" creationId="{9A01B9F8-9AFA-0A67-F332-169D12D7E67F}"/>
          </ac:spMkLst>
        </pc:spChg>
        <pc:spChg chg="add mod">
          <ac:chgData name="Kratky Jan" userId="d1f878f3-39b3-4f9e-ab27-3d4bab0d1d84" providerId="ADAL" clId="{5B025628-E6C3-4357-88E0-9D7C83E85D59}" dt="2026-07-31T05:47:52.305" v="307" actId="164"/>
          <ac:spMkLst>
            <pc:docMk/>
            <pc:sldMk cId="3380588774" sldId="10401"/>
            <ac:spMk id="14" creationId="{819984B9-BDB3-24E8-CD39-65CA4C4C588B}"/>
          </ac:spMkLst>
        </pc:spChg>
        <pc:spChg chg="add mod topLvl">
          <ac:chgData name="Kratky Jan" userId="d1f878f3-39b3-4f9e-ab27-3d4bab0d1d84" providerId="ADAL" clId="{5B025628-E6C3-4357-88E0-9D7C83E85D59}" dt="2026-07-31T06:01:23.490" v="411" actId="164"/>
          <ac:spMkLst>
            <pc:docMk/>
            <pc:sldMk cId="3380588774" sldId="10401"/>
            <ac:spMk id="16" creationId="{1EB5F547-3473-151D-CB18-2352F44B8E68}"/>
          </ac:spMkLst>
        </pc:spChg>
        <pc:spChg chg="add mod topLvl">
          <ac:chgData name="Kratky Jan" userId="d1f878f3-39b3-4f9e-ab27-3d4bab0d1d84" providerId="ADAL" clId="{5B025628-E6C3-4357-88E0-9D7C83E85D59}" dt="2026-07-31T06:01:23.490" v="411" actId="164"/>
          <ac:spMkLst>
            <pc:docMk/>
            <pc:sldMk cId="3380588774" sldId="10401"/>
            <ac:spMk id="18" creationId="{2D69655C-8146-FE24-7704-13F94E7C8DDF}"/>
          </ac:spMkLst>
        </pc:spChg>
        <pc:spChg chg="add mod">
          <ac:chgData name="Kratky Jan" userId="d1f878f3-39b3-4f9e-ab27-3d4bab0d1d84" providerId="ADAL" clId="{5B025628-E6C3-4357-88E0-9D7C83E85D59}" dt="2026-07-31T06:03:52.421" v="420" actId="20577"/>
          <ac:spMkLst>
            <pc:docMk/>
            <pc:sldMk cId="3380588774" sldId="10401"/>
            <ac:spMk id="21" creationId="{2061D6BB-1FFB-2C68-3A7B-32991D6A6DF9}"/>
          </ac:spMkLst>
        </pc:spChg>
        <pc:grpChg chg="add mod">
          <ac:chgData name="Kratky Jan" userId="d1f878f3-39b3-4f9e-ab27-3d4bab0d1d84" providerId="ADAL" clId="{5B025628-E6C3-4357-88E0-9D7C83E85D59}" dt="2026-07-31T05:47:52.305" v="307" actId="164"/>
          <ac:grpSpMkLst>
            <pc:docMk/>
            <pc:sldMk cId="3380588774" sldId="10401"/>
            <ac:grpSpMk id="19" creationId="{D084BAEE-0DF0-1A9C-795C-196E258EBF2E}"/>
          </ac:grpSpMkLst>
        </pc:grpChg>
        <pc:grpChg chg="add del mod ord">
          <ac:chgData name="Kratky Jan" userId="d1f878f3-39b3-4f9e-ab27-3d4bab0d1d84" providerId="ADAL" clId="{5B025628-E6C3-4357-88E0-9D7C83E85D59}" dt="2026-07-31T06:01:18.411" v="410" actId="165"/>
          <ac:grpSpMkLst>
            <pc:docMk/>
            <pc:sldMk cId="3380588774" sldId="10401"/>
            <ac:grpSpMk id="20" creationId="{B10801C0-7354-6382-E38A-4C942A1F37BE}"/>
          </ac:grpSpMkLst>
        </pc:grpChg>
        <pc:grpChg chg="add mod">
          <ac:chgData name="Kratky Jan" userId="d1f878f3-39b3-4f9e-ab27-3d4bab0d1d84" providerId="ADAL" clId="{5B025628-E6C3-4357-88E0-9D7C83E85D59}" dt="2026-07-31T06:01:23.490" v="411" actId="164"/>
          <ac:grpSpMkLst>
            <pc:docMk/>
            <pc:sldMk cId="3380588774" sldId="10401"/>
            <ac:grpSpMk id="22" creationId="{65D8B8B1-39A2-F40B-3914-05D3336D2074}"/>
          </ac:grpSpMkLst>
        </pc:grpChg>
        <pc:graphicFrameChg chg="mod topLvl">
          <ac:chgData name="Kratky Jan" userId="d1f878f3-39b3-4f9e-ab27-3d4bab0d1d84" providerId="ADAL" clId="{5B025628-E6C3-4357-88E0-9D7C83E85D59}" dt="2026-07-31T06:01:18.411" v="410" actId="165"/>
          <ac:graphicFrameMkLst>
            <pc:docMk/>
            <pc:sldMk cId="3380588774" sldId="10401"/>
            <ac:graphicFrameMk id="3" creationId="{226784A2-475D-6A95-E2EE-5F743C6E11DF}"/>
          </ac:graphicFrameMkLst>
        </pc:graphicFrameChg>
      </pc:sldChg>
      <pc:sldChg chg="modSp">
        <pc:chgData name="Kratky Jan" userId="d1f878f3-39b3-4f9e-ab27-3d4bab0d1d84" providerId="ADAL" clId="{5B025628-E6C3-4357-88E0-9D7C83E85D59}" dt="2026-07-30T16:28:11.504" v="34"/>
        <pc:sldMkLst>
          <pc:docMk/>
          <pc:sldMk cId="3448370255" sldId="10404"/>
        </pc:sldMkLst>
        <pc:graphicFrameChg chg="mod">
          <ac:chgData name="Kratky Jan" userId="d1f878f3-39b3-4f9e-ab27-3d4bab0d1d84" providerId="ADAL" clId="{5B025628-E6C3-4357-88E0-9D7C83E85D59}" dt="2026-07-30T16:28:11.504" v="34"/>
          <ac:graphicFrameMkLst>
            <pc:docMk/>
            <pc:sldMk cId="3448370255" sldId="10404"/>
            <ac:graphicFrameMk id="2" creationId="{3F43ED0B-4DE9-4D18-B972-B7E931F15934}"/>
          </ac:graphicFrameMkLst>
        </pc:graphicFrameChg>
      </pc:sldChg>
      <pc:sldChg chg="modAnim">
        <pc:chgData name="Kratky Jan" userId="d1f878f3-39b3-4f9e-ab27-3d4bab0d1d84" providerId="ADAL" clId="{5B025628-E6C3-4357-88E0-9D7C83E85D59}" dt="2026-07-30T16:04:22.585" v="2"/>
        <pc:sldMkLst>
          <pc:docMk/>
          <pc:sldMk cId="3075483737" sldId="10421"/>
        </pc:sldMkLst>
      </pc:sldChg>
      <pc:sldChg chg="addSp modSp add mod">
        <pc:chgData name="Kratky Jan" userId="d1f878f3-39b3-4f9e-ab27-3d4bab0d1d84" providerId="ADAL" clId="{5B025628-E6C3-4357-88E0-9D7C83E85D59}" dt="2026-07-31T06:05:49.661" v="422" actId="113"/>
        <pc:sldMkLst>
          <pc:docMk/>
          <pc:sldMk cId="1046708186" sldId="10429"/>
        </pc:sldMkLst>
        <pc:spChg chg="add mod">
          <ac:chgData name="Kratky Jan" userId="d1f878f3-39b3-4f9e-ab27-3d4bab0d1d84" providerId="ADAL" clId="{5B025628-E6C3-4357-88E0-9D7C83E85D59}" dt="2026-07-31T06:05:49.661" v="422" actId="113"/>
          <ac:spMkLst>
            <pc:docMk/>
            <pc:sldMk cId="1046708186" sldId="10429"/>
            <ac:spMk id="4" creationId="{617EDA75-4A44-41FC-251B-FB235814F8B8}"/>
          </ac:spMkLst>
        </pc:spChg>
      </pc:sldChg>
      <pc:sldChg chg="addSp modSp add mod">
        <pc:chgData name="Kratky Jan" userId="d1f878f3-39b3-4f9e-ab27-3d4bab0d1d84" providerId="ADAL" clId="{5B025628-E6C3-4357-88E0-9D7C83E85D59}" dt="2026-07-31T06:05:45.140" v="421" actId="113"/>
        <pc:sldMkLst>
          <pc:docMk/>
          <pc:sldMk cId="4961065" sldId="10433"/>
        </pc:sldMkLst>
        <pc:spChg chg="add mod">
          <ac:chgData name="Kratky Jan" userId="d1f878f3-39b3-4f9e-ab27-3d4bab0d1d84" providerId="ADAL" clId="{5B025628-E6C3-4357-88E0-9D7C83E85D59}" dt="2026-07-31T06:05:45.140" v="421" actId="113"/>
          <ac:spMkLst>
            <pc:docMk/>
            <pc:sldMk cId="4961065" sldId="10433"/>
            <ac:spMk id="2" creationId="{26231B30-0065-A6CA-4E27-3FA6BAE7C4B8}"/>
          </ac:spMkLst>
        </pc:spChg>
      </pc:sldChg>
      <pc:sldChg chg="add">
        <pc:chgData name="Kratky Jan" userId="d1f878f3-39b3-4f9e-ab27-3d4bab0d1d84" providerId="ADAL" clId="{5B025628-E6C3-4357-88E0-9D7C83E85D59}" dt="2026-07-31T05:39:51.767" v="147"/>
        <pc:sldMkLst>
          <pc:docMk/>
          <pc:sldMk cId="2829740066" sldId="10448"/>
        </pc:sldMkLst>
      </pc:sldChg>
      <pc:sldChg chg="modSp del mod modAnim">
        <pc:chgData name="Kratky Jan" userId="d1f878f3-39b3-4f9e-ab27-3d4bab0d1d84" providerId="ADAL" clId="{5B025628-E6C3-4357-88E0-9D7C83E85D59}" dt="2026-07-30T16:11:45.042" v="19" actId="47"/>
        <pc:sldMkLst>
          <pc:docMk/>
          <pc:sldMk cId="0" sldId="10451"/>
        </pc:sldMkLst>
        <pc:picChg chg="mod">
          <ac:chgData name="Kratky Jan" userId="d1f878f3-39b3-4f9e-ab27-3d4bab0d1d84" providerId="ADAL" clId="{5B025628-E6C3-4357-88E0-9D7C83E85D59}" dt="2026-07-30T16:05:17.537" v="9" actId="207"/>
          <ac:picMkLst>
            <pc:docMk/>
            <pc:sldMk cId="0" sldId="10451"/>
            <ac:picMk id="18" creationId="{00000000-0000-0000-0000-000000000000}"/>
          </ac:picMkLst>
        </pc:picChg>
      </pc:sldChg>
      <pc:sldChg chg="del">
        <pc:chgData name="Kratky Jan" userId="d1f878f3-39b3-4f9e-ab27-3d4bab0d1d84" providerId="ADAL" clId="{5B025628-E6C3-4357-88E0-9D7C83E85D59}" dt="2026-07-30T16:11:49.562" v="20" actId="47"/>
        <pc:sldMkLst>
          <pc:docMk/>
          <pc:sldMk cId="0" sldId="10452"/>
        </pc:sldMkLst>
      </pc:sldChg>
      <pc:sldChg chg="modSp mod modAnim">
        <pc:chgData name="Kratky Jan" userId="d1f878f3-39b3-4f9e-ab27-3d4bab0d1d84" providerId="ADAL" clId="{5B025628-E6C3-4357-88E0-9D7C83E85D59}" dt="2026-07-30T16:33:43.045" v="127"/>
        <pc:sldMkLst>
          <pc:docMk/>
          <pc:sldMk cId="0" sldId="10453"/>
        </pc:sldMkLst>
        <pc:spChg chg="mod">
          <ac:chgData name="Kratky Jan" userId="d1f878f3-39b3-4f9e-ab27-3d4bab0d1d84" providerId="ADAL" clId="{5B025628-E6C3-4357-88E0-9D7C83E85D59}" dt="2026-07-30T16:29:39.814" v="45" actId="1076"/>
          <ac:spMkLst>
            <pc:docMk/>
            <pc:sldMk cId="0" sldId="10453"/>
            <ac:spMk id="19" creationId="{00000000-0000-0000-0000-000000000000}"/>
          </ac:spMkLst>
        </pc:spChg>
        <pc:spChg chg="mod">
          <ac:chgData name="Kratky Jan" userId="d1f878f3-39b3-4f9e-ab27-3d4bab0d1d84" providerId="ADAL" clId="{5B025628-E6C3-4357-88E0-9D7C83E85D59}" dt="2026-07-30T16:29:39.814" v="45" actId="1076"/>
          <ac:spMkLst>
            <pc:docMk/>
            <pc:sldMk cId="0" sldId="10453"/>
            <ac:spMk id="20" creationId="{00000000-0000-0000-0000-000000000000}"/>
          </ac:spMkLst>
        </pc:spChg>
      </pc:sldChg>
      <pc:sldChg chg="delSp modSp mod modAnim">
        <pc:chgData name="Kratky Jan" userId="d1f878f3-39b3-4f9e-ab27-3d4bab0d1d84" providerId="ADAL" clId="{5B025628-E6C3-4357-88E0-9D7C83E85D59}" dt="2026-07-30T16:31:46.129" v="123"/>
        <pc:sldMkLst>
          <pc:docMk/>
          <pc:sldMk cId="0" sldId="10454"/>
        </pc:sldMkLst>
        <pc:spChg chg="mod">
          <ac:chgData name="Kratky Jan" userId="d1f878f3-39b3-4f9e-ab27-3d4bab0d1d84" providerId="ADAL" clId="{5B025628-E6C3-4357-88E0-9D7C83E85D59}" dt="2026-07-30T16:30:30.277" v="107" actId="20577"/>
          <ac:spMkLst>
            <pc:docMk/>
            <pc:sldMk cId="0" sldId="10454"/>
            <ac:spMk id="2" creationId="{00000000-0000-0000-0000-000000000000}"/>
          </ac:spMkLst>
        </pc:spChg>
        <pc:spChg chg="del">
          <ac:chgData name="Kratky Jan" userId="d1f878f3-39b3-4f9e-ab27-3d4bab0d1d84" providerId="ADAL" clId="{5B025628-E6C3-4357-88E0-9D7C83E85D59}" dt="2026-07-30T16:30:33.121" v="108" actId="478"/>
          <ac:spMkLst>
            <pc:docMk/>
            <pc:sldMk cId="0" sldId="10454"/>
            <ac:spMk id="3" creationId="{00000000-0000-0000-0000-000000000000}"/>
          </ac:spMkLst>
        </pc:spChg>
        <pc:spChg chg="mod">
          <ac:chgData name="Kratky Jan" userId="d1f878f3-39b3-4f9e-ab27-3d4bab0d1d84" providerId="ADAL" clId="{5B025628-E6C3-4357-88E0-9D7C83E85D59}" dt="2026-07-30T16:31:35.555" v="122" actId="1076"/>
          <ac:spMkLst>
            <pc:docMk/>
            <pc:sldMk cId="0" sldId="10454"/>
            <ac:spMk id="7" creationId="{00000000-0000-0000-0000-000000000000}"/>
          </ac:spMkLst>
        </pc:spChg>
        <pc:spChg chg="mod">
          <ac:chgData name="Kratky Jan" userId="d1f878f3-39b3-4f9e-ab27-3d4bab0d1d84" providerId="ADAL" clId="{5B025628-E6C3-4357-88E0-9D7C83E85D59}" dt="2026-07-30T16:31:22.714" v="121" actId="1076"/>
          <ac:spMkLst>
            <pc:docMk/>
            <pc:sldMk cId="0" sldId="10454"/>
            <ac:spMk id="24" creationId="{8F12DC7A-F4F9-1791-A557-74F67367A145}"/>
          </ac:spMkLst>
        </pc:spChg>
      </pc:sldChg>
      <pc:sldChg chg="modSp modAnim">
        <pc:chgData name="Kratky Jan" userId="d1f878f3-39b3-4f9e-ab27-3d4bab0d1d84" providerId="ADAL" clId="{5B025628-E6C3-4357-88E0-9D7C83E85D59}" dt="2026-07-31T05:29:46.252" v="134" actId="1076"/>
        <pc:sldMkLst>
          <pc:docMk/>
          <pc:sldMk cId="0" sldId="10461"/>
        </pc:sldMkLst>
        <pc:picChg chg="mod">
          <ac:chgData name="Kratky Jan" userId="d1f878f3-39b3-4f9e-ab27-3d4bab0d1d84" providerId="ADAL" clId="{5B025628-E6C3-4357-88E0-9D7C83E85D59}" dt="2026-07-30T16:32:08.035" v="124" actId="1076"/>
          <ac:picMkLst>
            <pc:docMk/>
            <pc:sldMk cId="0" sldId="10461"/>
            <ac:picMk id="1027" creationId="{F4DC02DB-5B39-6CAE-AE84-6F2D7C9F51D5}"/>
          </ac:picMkLst>
        </pc:picChg>
        <pc:picChg chg="mod">
          <ac:chgData name="Kratky Jan" userId="d1f878f3-39b3-4f9e-ab27-3d4bab0d1d84" providerId="ADAL" clId="{5B025628-E6C3-4357-88E0-9D7C83E85D59}" dt="2026-07-31T05:29:40.464" v="133" actId="1076"/>
          <ac:picMkLst>
            <pc:docMk/>
            <pc:sldMk cId="0" sldId="10461"/>
            <ac:picMk id="1035" creationId="{C6DCB2DB-67B3-EDF8-B4FA-1619CB7B8BAB}"/>
          </ac:picMkLst>
        </pc:picChg>
        <pc:picChg chg="mod">
          <ac:chgData name="Kratky Jan" userId="d1f878f3-39b3-4f9e-ab27-3d4bab0d1d84" providerId="ADAL" clId="{5B025628-E6C3-4357-88E0-9D7C83E85D59}" dt="2026-07-31T05:29:46.252" v="134" actId="1076"/>
          <ac:picMkLst>
            <pc:docMk/>
            <pc:sldMk cId="0" sldId="10461"/>
            <ac:picMk id="1037" creationId="{A2F92070-298E-5324-393A-F45773386E5C}"/>
          </ac:picMkLst>
        </pc:picChg>
      </pc:sldChg>
      <pc:sldChg chg="delSp modAnim">
        <pc:chgData name="Kratky Jan" userId="d1f878f3-39b3-4f9e-ab27-3d4bab0d1d84" providerId="ADAL" clId="{5B025628-E6C3-4357-88E0-9D7C83E85D59}" dt="2026-07-30T16:32:28.653" v="126"/>
        <pc:sldMkLst>
          <pc:docMk/>
          <pc:sldMk cId="824261753" sldId="10464"/>
        </pc:sldMkLst>
        <pc:picChg chg="del">
          <ac:chgData name="Kratky Jan" userId="d1f878f3-39b3-4f9e-ab27-3d4bab0d1d84" providerId="ADAL" clId="{5B025628-E6C3-4357-88E0-9D7C83E85D59}" dt="2026-07-30T16:08:24.992" v="11" actId="478"/>
          <ac:picMkLst>
            <pc:docMk/>
            <pc:sldMk cId="824261753" sldId="10464"/>
            <ac:picMk id="10" creationId="{BE6BEAF4-D5B5-C16F-FB48-965C0A705744}"/>
          </ac:picMkLst>
        </pc:picChg>
        <pc:picChg chg="del">
          <ac:chgData name="Kratky Jan" userId="d1f878f3-39b3-4f9e-ab27-3d4bab0d1d84" providerId="ADAL" clId="{5B025628-E6C3-4357-88E0-9D7C83E85D59}" dt="2026-07-30T16:08:24.176" v="10" actId="478"/>
          <ac:picMkLst>
            <pc:docMk/>
            <pc:sldMk cId="824261753" sldId="10464"/>
            <ac:picMk id="12" creationId="{1370BAC1-6DD9-00F8-787A-631FF788C1D3}"/>
          </ac:picMkLst>
        </pc:picChg>
      </pc:sldChg>
      <pc:sldChg chg="add modAnim">
        <pc:chgData name="Kratky Jan" userId="d1f878f3-39b3-4f9e-ab27-3d4bab0d1d84" providerId="ADAL" clId="{5B025628-E6C3-4357-88E0-9D7C83E85D59}" dt="2026-07-30T16:11:39.070" v="16"/>
        <pc:sldMkLst>
          <pc:docMk/>
          <pc:sldMk cId="0" sldId="10466"/>
        </pc:sldMkLst>
      </pc:sldChg>
      <pc:sldChg chg="modSp add del mod">
        <pc:chgData name="Kratky Jan" userId="d1f878f3-39b3-4f9e-ab27-3d4bab0d1d84" providerId="ADAL" clId="{5B025628-E6C3-4357-88E0-9D7C83E85D59}" dt="2026-07-30T16:28:40.595" v="36" actId="47"/>
        <pc:sldMkLst>
          <pc:docMk/>
          <pc:sldMk cId="0" sldId="10467"/>
        </pc:sldMkLst>
        <pc:spChg chg="mod">
          <ac:chgData name="Kratky Jan" userId="d1f878f3-39b3-4f9e-ab27-3d4bab0d1d84" providerId="ADAL" clId="{5B025628-E6C3-4357-88E0-9D7C83E85D59}" dt="2026-07-30T16:12:07.773" v="23" actId="1076"/>
          <ac:spMkLst>
            <pc:docMk/>
            <pc:sldMk cId="0" sldId="10467"/>
            <ac:spMk id="5" creationId="{00000000-0000-0000-0000-000000000000}"/>
          </ac:spMkLst>
        </pc:spChg>
        <pc:spChg chg="mod">
          <ac:chgData name="Kratky Jan" userId="d1f878f3-39b3-4f9e-ab27-3d4bab0d1d84" providerId="ADAL" clId="{5B025628-E6C3-4357-88E0-9D7C83E85D59}" dt="2026-07-30T16:12:07.773" v="23" actId="1076"/>
          <ac:spMkLst>
            <pc:docMk/>
            <pc:sldMk cId="0" sldId="10467"/>
            <ac:spMk id="8" creationId="{00000000-0000-0000-0000-000000000000}"/>
          </ac:spMkLst>
        </pc:spChg>
        <pc:spChg chg="mod">
          <ac:chgData name="Kratky Jan" userId="d1f878f3-39b3-4f9e-ab27-3d4bab0d1d84" providerId="ADAL" clId="{5B025628-E6C3-4357-88E0-9D7C83E85D59}" dt="2026-07-30T16:12:07.773" v="23" actId="1076"/>
          <ac:spMkLst>
            <pc:docMk/>
            <pc:sldMk cId="0" sldId="10467"/>
            <ac:spMk id="11" creationId="{00000000-0000-0000-0000-000000000000}"/>
          </ac:spMkLst>
        </pc:spChg>
        <pc:spChg chg="mod">
          <ac:chgData name="Kratky Jan" userId="d1f878f3-39b3-4f9e-ab27-3d4bab0d1d84" providerId="ADAL" clId="{5B025628-E6C3-4357-88E0-9D7C83E85D59}" dt="2026-07-30T16:12:07.773" v="23" actId="1076"/>
          <ac:spMkLst>
            <pc:docMk/>
            <pc:sldMk cId="0" sldId="10467"/>
            <ac:spMk id="12" creationId="{00000000-0000-0000-0000-000000000000}"/>
          </ac:spMkLst>
        </pc:spChg>
        <pc:spChg chg="mod">
          <ac:chgData name="Kratky Jan" userId="d1f878f3-39b3-4f9e-ab27-3d4bab0d1d84" providerId="ADAL" clId="{5B025628-E6C3-4357-88E0-9D7C83E85D59}" dt="2026-07-30T16:12:07.773" v="23" actId="1076"/>
          <ac:spMkLst>
            <pc:docMk/>
            <pc:sldMk cId="0" sldId="10467"/>
            <ac:spMk id="13" creationId="{00000000-0000-0000-0000-000000000000}"/>
          </ac:spMkLst>
        </pc:spChg>
        <pc:spChg chg="mod">
          <ac:chgData name="Kratky Jan" userId="d1f878f3-39b3-4f9e-ab27-3d4bab0d1d84" providerId="ADAL" clId="{5B025628-E6C3-4357-88E0-9D7C83E85D59}" dt="2026-07-30T16:12:07.773" v="23" actId="1076"/>
          <ac:spMkLst>
            <pc:docMk/>
            <pc:sldMk cId="0" sldId="10467"/>
            <ac:spMk id="16" creationId="{00000000-0000-0000-0000-000000000000}"/>
          </ac:spMkLst>
        </pc:spChg>
        <pc:spChg chg="mod">
          <ac:chgData name="Kratky Jan" userId="d1f878f3-39b3-4f9e-ab27-3d4bab0d1d84" providerId="ADAL" clId="{5B025628-E6C3-4357-88E0-9D7C83E85D59}" dt="2026-07-30T16:12:07.773" v="23" actId="1076"/>
          <ac:spMkLst>
            <pc:docMk/>
            <pc:sldMk cId="0" sldId="10467"/>
            <ac:spMk id="17" creationId="{00000000-0000-0000-0000-000000000000}"/>
          </ac:spMkLst>
        </pc:spChg>
        <pc:spChg chg="mod">
          <ac:chgData name="Kratky Jan" userId="d1f878f3-39b3-4f9e-ab27-3d4bab0d1d84" providerId="ADAL" clId="{5B025628-E6C3-4357-88E0-9D7C83E85D59}" dt="2026-07-30T16:12:02.645" v="22" actId="1076"/>
          <ac:spMkLst>
            <pc:docMk/>
            <pc:sldMk cId="0" sldId="10467"/>
            <ac:spMk id="18" creationId="{00000000-0000-0000-0000-000000000000}"/>
          </ac:spMkLst>
        </pc:spChg>
        <pc:spChg chg="mod">
          <ac:chgData name="Kratky Jan" userId="d1f878f3-39b3-4f9e-ab27-3d4bab0d1d84" providerId="ADAL" clId="{5B025628-E6C3-4357-88E0-9D7C83E85D59}" dt="2026-07-30T16:12:02.645" v="22" actId="1076"/>
          <ac:spMkLst>
            <pc:docMk/>
            <pc:sldMk cId="0" sldId="10467"/>
            <ac:spMk id="20" creationId="{00000000-0000-0000-0000-000000000000}"/>
          </ac:spMkLst>
        </pc:spChg>
        <pc:spChg chg="mod">
          <ac:chgData name="Kratky Jan" userId="d1f878f3-39b3-4f9e-ab27-3d4bab0d1d84" providerId="ADAL" clId="{5B025628-E6C3-4357-88E0-9D7C83E85D59}" dt="2026-07-30T16:12:02.645" v="22" actId="1076"/>
          <ac:spMkLst>
            <pc:docMk/>
            <pc:sldMk cId="0" sldId="10467"/>
            <ac:spMk id="21" creationId="{00000000-0000-0000-0000-000000000000}"/>
          </ac:spMkLst>
        </pc:spChg>
        <pc:spChg chg="mod">
          <ac:chgData name="Kratky Jan" userId="d1f878f3-39b3-4f9e-ab27-3d4bab0d1d84" providerId="ADAL" clId="{5B025628-E6C3-4357-88E0-9D7C83E85D59}" dt="2026-07-30T16:12:07.773" v="23" actId="1076"/>
          <ac:spMkLst>
            <pc:docMk/>
            <pc:sldMk cId="0" sldId="10467"/>
            <ac:spMk id="23" creationId="{00000000-0000-0000-0000-000000000000}"/>
          </ac:spMkLst>
        </pc:spChg>
        <pc:spChg chg="mod">
          <ac:chgData name="Kratky Jan" userId="d1f878f3-39b3-4f9e-ab27-3d4bab0d1d84" providerId="ADAL" clId="{5B025628-E6C3-4357-88E0-9D7C83E85D59}" dt="2026-07-30T16:12:02.645" v="22" actId="1076"/>
          <ac:spMkLst>
            <pc:docMk/>
            <pc:sldMk cId="0" sldId="10467"/>
            <ac:spMk id="25" creationId="{00000000-0000-0000-0000-000000000000}"/>
          </ac:spMkLst>
        </pc:spChg>
        <pc:spChg chg="mod">
          <ac:chgData name="Kratky Jan" userId="d1f878f3-39b3-4f9e-ab27-3d4bab0d1d84" providerId="ADAL" clId="{5B025628-E6C3-4357-88E0-9D7C83E85D59}" dt="2026-07-30T16:12:02.645" v="22" actId="1076"/>
          <ac:spMkLst>
            <pc:docMk/>
            <pc:sldMk cId="0" sldId="10467"/>
            <ac:spMk id="26" creationId="{00000000-0000-0000-0000-000000000000}"/>
          </ac:spMkLst>
        </pc:spChg>
        <pc:spChg chg="mod">
          <ac:chgData name="Kratky Jan" userId="d1f878f3-39b3-4f9e-ab27-3d4bab0d1d84" providerId="ADAL" clId="{5B025628-E6C3-4357-88E0-9D7C83E85D59}" dt="2026-07-30T16:12:02.645" v="22" actId="1076"/>
          <ac:spMkLst>
            <pc:docMk/>
            <pc:sldMk cId="0" sldId="10467"/>
            <ac:spMk id="27" creationId="{00000000-0000-0000-0000-000000000000}"/>
          </ac:spMkLst>
        </pc:spChg>
        <pc:spChg chg="mod">
          <ac:chgData name="Kratky Jan" userId="d1f878f3-39b3-4f9e-ab27-3d4bab0d1d84" providerId="ADAL" clId="{5B025628-E6C3-4357-88E0-9D7C83E85D59}" dt="2026-07-30T16:12:07.773" v="23" actId="1076"/>
          <ac:spMkLst>
            <pc:docMk/>
            <pc:sldMk cId="0" sldId="10467"/>
            <ac:spMk id="28" creationId="{00000000-0000-0000-0000-000000000000}"/>
          </ac:spMkLst>
        </pc:spChg>
        <pc:spChg chg="mod">
          <ac:chgData name="Kratky Jan" userId="d1f878f3-39b3-4f9e-ab27-3d4bab0d1d84" providerId="ADAL" clId="{5B025628-E6C3-4357-88E0-9D7C83E85D59}" dt="2026-07-30T16:12:02.645" v="22" actId="1076"/>
          <ac:spMkLst>
            <pc:docMk/>
            <pc:sldMk cId="0" sldId="10467"/>
            <ac:spMk id="30" creationId="{00000000-0000-0000-0000-000000000000}"/>
          </ac:spMkLst>
        </pc:spChg>
        <pc:spChg chg="mod">
          <ac:chgData name="Kratky Jan" userId="d1f878f3-39b3-4f9e-ab27-3d4bab0d1d84" providerId="ADAL" clId="{5B025628-E6C3-4357-88E0-9D7C83E85D59}" dt="2026-07-30T16:12:07.773" v="23" actId="1076"/>
          <ac:spMkLst>
            <pc:docMk/>
            <pc:sldMk cId="0" sldId="10467"/>
            <ac:spMk id="31" creationId="{00000000-0000-0000-0000-000000000000}"/>
          </ac:spMkLst>
        </pc:spChg>
        <pc:spChg chg="mod">
          <ac:chgData name="Kratky Jan" userId="d1f878f3-39b3-4f9e-ab27-3d4bab0d1d84" providerId="ADAL" clId="{5B025628-E6C3-4357-88E0-9D7C83E85D59}" dt="2026-07-30T16:12:02.645" v="22" actId="1076"/>
          <ac:spMkLst>
            <pc:docMk/>
            <pc:sldMk cId="0" sldId="10467"/>
            <ac:spMk id="32" creationId="{00000000-0000-0000-0000-000000000000}"/>
          </ac:spMkLst>
        </pc:spChg>
      </pc:sldChg>
      <pc:sldChg chg="modSp add mod ord">
        <pc:chgData name="Kratky Jan" userId="d1f878f3-39b3-4f9e-ab27-3d4bab0d1d84" providerId="ADAL" clId="{5B025628-E6C3-4357-88E0-9D7C83E85D59}" dt="2026-07-30T16:33:53.459" v="129"/>
        <pc:sldMkLst>
          <pc:docMk/>
          <pc:sldMk cId="0" sldId="10468"/>
        </pc:sldMkLst>
        <pc:spChg chg="mod">
          <ac:chgData name="Kratky Jan" userId="d1f878f3-39b3-4f9e-ab27-3d4bab0d1d84" providerId="ADAL" clId="{5B025628-E6C3-4357-88E0-9D7C83E85D59}" dt="2026-07-30T16:28:53.599" v="39" actId="108"/>
          <ac:spMkLst>
            <pc:docMk/>
            <pc:sldMk cId="0" sldId="10468"/>
            <ac:spMk id="2" creationId="{00000000-0000-0000-0000-000000000000}"/>
          </ac:spMkLst>
        </pc:spChg>
      </pc:sldChg>
      <pc:sldChg chg="new del">
        <pc:chgData name="Kratky Jan" userId="d1f878f3-39b3-4f9e-ab27-3d4bab0d1d84" providerId="ADAL" clId="{5B025628-E6C3-4357-88E0-9D7C83E85D59}" dt="2026-07-30T16:11:44.026" v="18" actId="47"/>
        <pc:sldMkLst>
          <pc:docMk/>
          <pc:sldMk cId="715593533" sldId="104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5090B0-BFF1-4109-84BA-CB25500AE54D}" type="datetimeFigureOut">
              <a:rPr lang="cs-CZ" smtClean="0"/>
              <a:t>31.07.2026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09EE9C-3E9D-4A8B-9C4C-6C290F28609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2163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5">
            <a:extLst>
              <a:ext uri="{FF2B5EF4-FFF2-40B4-BE49-F238E27FC236}">
                <a16:creationId xmlns:a16="http://schemas.microsoft.com/office/drawing/2014/main" id="{EEE4012D-09D1-2044-9638-B22008F9C4D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8429" y="3156921"/>
            <a:ext cx="3015230" cy="584201"/>
          </a:xfrm>
          <a:prstGeom prst="rect">
            <a:avLst/>
          </a:prstGeom>
        </p:spPr>
      </p:pic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6FB4CF8-89B7-F9B8-5EF7-FF0AA0DFC1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4702628" y="3189579"/>
            <a:ext cx="7129543" cy="1425965"/>
          </a:xfrm>
          <a:prstGeom prst="rect">
            <a:avLst/>
          </a:prstGeom>
        </p:spPr>
        <p:txBody>
          <a:bodyPr anchor="t"/>
          <a:lstStyle>
            <a:lvl1pPr marL="0" indent="0" algn="r">
              <a:buNone/>
              <a:defRPr sz="3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1084756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14">
            <a:extLst>
              <a:ext uri="{FF2B5EF4-FFF2-40B4-BE49-F238E27FC236}">
                <a16:creationId xmlns:a16="http://schemas.microsoft.com/office/drawing/2014/main" id="{BE28C19D-43B2-70FA-3CF9-DC2EDBF847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41872"/>
            <a:ext cx="2071992" cy="298723"/>
          </a:xfrm>
          <a:prstGeom prst="rect">
            <a:avLst/>
          </a:prstGeom>
        </p:spPr>
      </p:pic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A75B389A-40DC-6A9F-C541-A0510C2DD33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321469" y="881063"/>
            <a:ext cx="11549063" cy="5635625"/>
          </a:xfrm>
          <a:prstGeom prst="rect">
            <a:avLst/>
          </a:prstGeom>
        </p:spPr>
        <p:txBody>
          <a:bodyPr/>
          <a:lstStyle/>
          <a:p>
            <a:r>
              <a:rPr lang="cs-CZ"/>
              <a:t>Kliknutím na ikonu přidáte graf.</a:t>
            </a:r>
          </a:p>
        </p:txBody>
      </p:sp>
    </p:spTree>
    <p:extLst>
      <p:ext uri="{BB962C8B-B14F-4D97-AF65-F5344CB8AC3E}">
        <p14:creationId xmlns:p14="http://schemas.microsoft.com/office/powerpoint/2010/main" val="2881542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Topic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8">
            <a:extLst>
              <a:ext uri="{FF2B5EF4-FFF2-40B4-BE49-F238E27FC236}">
                <a16:creationId xmlns:a16="http://schemas.microsoft.com/office/drawing/2014/main" id="{51CED77E-BBA2-6AF4-F496-37EF81BD81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"/>
            <a:ext cx="12192000" cy="708029"/>
          </a:xfrm>
          <a:prstGeom prst="rect">
            <a:avLst/>
          </a:prstGeom>
          <a:solidFill>
            <a:srgbClr val="ED1B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D8A128-ECBA-46E8-F430-E88569D35B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1288" y="163518"/>
            <a:ext cx="5508625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C0494F5-C9A5-DDB9-3959-79A5767B1C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42087" y="163518"/>
            <a:ext cx="5508625" cy="3810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0" name="Obrázek 14">
            <a:extLst>
              <a:ext uri="{FF2B5EF4-FFF2-40B4-BE49-F238E27FC236}">
                <a16:creationId xmlns:a16="http://schemas.microsoft.com/office/drawing/2014/main" id="{975A3975-1410-5B89-63DB-EB0C13908FE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20008" y="6260554"/>
            <a:ext cx="2071992" cy="29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186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6F0431DA-6AAC-6E97-E3A7-C140139721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4066162" cy="6858000"/>
          </a:xfrm>
          <a:prstGeom prst="rect">
            <a:avLst/>
          </a:prstGeom>
          <a:solidFill>
            <a:srgbClr val="ED1B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1836793-9985-4D93-ACF3-9DC0733E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8150" y="725843"/>
            <a:ext cx="3186794" cy="189761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6" name="Obrázek 14">
            <a:extLst>
              <a:ext uri="{FF2B5EF4-FFF2-40B4-BE49-F238E27FC236}">
                <a16:creationId xmlns:a16="http://schemas.microsoft.com/office/drawing/2014/main" id="{B7EC9ECB-557E-81B8-E757-0C3FAFD2B6B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20008" y="6260554"/>
            <a:ext cx="2071992" cy="298723"/>
          </a:xfrm>
          <a:prstGeom prst="rect">
            <a:avLst/>
          </a:prstGeom>
        </p:spPr>
      </p:pic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77430F0F-4306-8C7D-2C88-4470FE6DA7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8150" y="3349299"/>
            <a:ext cx="3186794" cy="3209978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8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</a:t>
            </a:r>
            <a:r>
              <a:rPr lang="cs-CZ" dirty="0"/>
              <a:t> Edit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3FBCAE7-950E-AA38-0DD1-50048B176A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04312" y="903514"/>
            <a:ext cx="7361117" cy="509451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94608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Figures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14">
            <a:extLst>
              <a:ext uri="{FF2B5EF4-FFF2-40B4-BE49-F238E27FC236}">
                <a16:creationId xmlns:a16="http://schemas.microsoft.com/office/drawing/2014/main" id="{BE28C19D-43B2-70FA-3CF9-DC2EDBF847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41872"/>
            <a:ext cx="2071992" cy="298723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5FB18CF-F264-43E1-95B0-FF06D52F46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0"/>
          </p:nvPr>
        </p:nvSpPr>
        <p:spPr>
          <a:xfrm>
            <a:off x="4529138" y="10885"/>
            <a:ext cx="7662862" cy="6858000"/>
          </a:xfrm>
          <a:prstGeom prst="rect">
            <a:avLst/>
          </a:prstGeom>
        </p:spPr>
        <p:txBody>
          <a:bodyPr/>
          <a:lstStyle/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13" name="Obdélník 1">
            <a:extLst>
              <a:ext uri="{FF2B5EF4-FFF2-40B4-BE49-F238E27FC236}">
                <a16:creationId xmlns:a16="http://schemas.microsoft.com/office/drawing/2014/main" id="{7901EB89-DCC4-0288-45C4-8316A524DF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918375" y="834579"/>
            <a:ext cx="2168499" cy="8378757"/>
          </a:xfrm>
          <a:prstGeom prst="rect">
            <a:avLst/>
          </a:prstGeom>
          <a:solidFill>
            <a:srgbClr val="ED1B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26CDAEC8-AC73-04FA-3E15-194C163759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6614" y="3939708"/>
            <a:ext cx="3357745" cy="216849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05C1993C-8FF3-EE27-6611-BD019E836C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97658" y="4448872"/>
            <a:ext cx="1437582" cy="67829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No.</a:t>
            </a:r>
            <a:endParaRPr lang="en-US" dirty="0"/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7FAD2970-C58A-9132-D213-EC790B2D70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9749" y="4448872"/>
            <a:ext cx="1437582" cy="67829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No.</a:t>
            </a:r>
            <a:endParaRPr lang="en-US" dirty="0"/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BEC3497A-96AC-51AF-2855-4CF83C4FB9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81840" y="4448872"/>
            <a:ext cx="1437582" cy="67829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No.</a:t>
            </a:r>
            <a:endParaRPr lang="en-US" dirty="0"/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7EEFD824-7F59-E092-B378-D1E8C1CD1D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23931" y="4448872"/>
            <a:ext cx="1437582" cy="67829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No.</a:t>
            </a:r>
            <a:endParaRPr lang="en-US" dirty="0"/>
          </a:p>
        </p:txBody>
      </p:sp>
      <p:sp>
        <p:nvSpPr>
          <p:cNvPr id="52" name="Text Placeholder 7">
            <a:extLst>
              <a:ext uri="{FF2B5EF4-FFF2-40B4-BE49-F238E27FC236}">
                <a16:creationId xmlns:a16="http://schemas.microsoft.com/office/drawing/2014/main" id="{AD88071F-479E-0D34-C30F-FA9EB10E06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82272" y="5190904"/>
            <a:ext cx="1452967" cy="6782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BA5FAAC1-735F-8E62-303D-BBE3F4A73BF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24364" y="5190904"/>
            <a:ext cx="1452967" cy="6782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66C2F141-D409-3594-2B38-B5F560304A2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66455" y="5190904"/>
            <a:ext cx="1452967" cy="6782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CFACA570-E705-11E5-2B30-DF69CB86A09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116238" y="5190904"/>
            <a:ext cx="1452967" cy="6782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175784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ual with Key Message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7D8D3CE-5A45-CEF1-A8F9-F9AFAA82B7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2" name="Obdélník 3">
            <a:extLst>
              <a:ext uri="{FF2B5EF4-FFF2-40B4-BE49-F238E27FC236}">
                <a16:creationId xmlns:a16="http://schemas.microsoft.com/office/drawing/2014/main" id="{862679C5-E072-2287-4838-5CE49E665B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2600" y="1314450"/>
            <a:ext cx="4360333" cy="5543550"/>
          </a:xfrm>
          <a:prstGeom prst="rect">
            <a:avLst/>
          </a:prstGeom>
          <a:solidFill>
            <a:srgbClr val="ED1B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90B49B3-80A8-1C9D-46F8-063D8ACC22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8262" y="1931081"/>
            <a:ext cx="3809052" cy="107923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</a:t>
            </a:r>
            <a:r>
              <a:rPr lang="cs-CZ" dirty="0"/>
              <a:t> Edit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A818F13-5157-6F48-5AD7-798A9AC0B0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8262" y="3513231"/>
            <a:ext cx="3809052" cy="57299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</a:t>
            </a:r>
            <a:r>
              <a:rPr lang="cs-CZ" dirty="0"/>
              <a:t> Edit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10F0EE-7950-5D1C-F146-9658F4A7A1E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8262" y="4302644"/>
            <a:ext cx="3809052" cy="2174355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8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</a:t>
            </a:r>
            <a:r>
              <a:rPr lang="cs-CZ" dirty="0"/>
              <a:t> Edit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233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ual with Key Message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7D8D3CE-5A45-CEF1-A8F9-F9AFAA82B7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2" name="Obdélník 3">
            <a:extLst>
              <a:ext uri="{FF2B5EF4-FFF2-40B4-BE49-F238E27FC236}">
                <a16:creationId xmlns:a16="http://schemas.microsoft.com/office/drawing/2014/main" id="{862679C5-E072-2287-4838-5CE49E665B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62371" y="1314450"/>
            <a:ext cx="4360333" cy="5543550"/>
          </a:xfrm>
          <a:prstGeom prst="rect">
            <a:avLst/>
          </a:prstGeom>
          <a:solidFill>
            <a:srgbClr val="ED1B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90B49B3-80A8-1C9D-46F8-063D8ACC22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08033" y="1931081"/>
            <a:ext cx="3809052" cy="107923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</a:t>
            </a:r>
            <a:r>
              <a:rPr lang="cs-CZ" dirty="0"/>
              <a:t> Edit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A818F13-5157-6F48-5AD7-798A9AC0B0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08033" y="3513231"/>
            <a:ext cx="3809052" cy="57299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</a:t>
            </a:r>
            <a:r>
              <a:rPr lang="cs-CZ" dirty="0"/>
              <a:t> Edit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10F0EE-7950-5D1C-F146-9658F4A7A1E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08033" y="4302644"/>
            <a:ext cx="3809052" cy="2174355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8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</a:t>
            </a:r>
            <a:r>
              <a:rPr lang="cs-CZ" dirty="0"/>
              <a:t> Edit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102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with Heade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8">
            <a:extLst>
              <a:ext uri="{FF2B5EF4-FFF2-40B4-BE49-F238E27FC236}">
                <a16:creationId xmlns:a16="http://schemas.microsoft.com/office/drawing/2014/main" id="{51CED77E-BBA2-6AF4-F496-37EF81BD81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"/>
            <a:ext cx="12192000" cy="1665510"/>
          </a:xfrm>
          <a:prstGeom prst="rect">
            <a:avLst/>
          </a:prstGeom>
          <a:solidFill>
            <a:srgbClr val="ED1B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D8A128-ECBA-46E8-F430-E88569D35B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1288" y="163518"/>
            <a:ext cx="5508625" cy="134959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C0494F5-C9A5-DDB9-3959-79A5767B1C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42087" y="163517"/>
            <a:ext cx="5508625" cy="1349595"/>
          </a:xfrm>
          <a:prstGeom prst="rect">
            <a:avLst/>
          </a:prstGeom>
        </p:spPr>
        <p:txBody>
          <a:bodyPr anchor="t"/>
          <a:lstStyle>
            <a:lvl1pPr marL="0" indent="0" algn="r"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0" name="Obrázek 14">
            <a:extLst>
              <a:ext uri="{FF2B5EF4-FFF2-40B4-BE49-F238E27FC236}">
                <a16:creationId xmlns:a16="http://schemas.microsoft.com/office/drawing/2014/main" id="{975A3975-1410-5B89-63DB-EB0C13908FE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20008" y="6260554"/>
            <a:ext cx="2071992" cy="29872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80D76-FC01-E777-FFC9-0D37195BB7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1288" y="2057400"/>
            <a:ext cx="11909424" cy="394062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10073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ázek 18" descr="Obsah obrázku venku, obloha, tráva, mrak&#10;&#10;Popis byl vytvořen automaticky">
            <a:extLst>
              <a:ext uri="{FF2B5EF4-FFF2-40B4-BE49-F238E27FC236}">
                <a16:creationId xmlns:a16="http://schemas.microsoft.com/office/drawing/2014/main" id="{A5B9E334-BE3A-E1AE-7D9F-F9D00C9E7F2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066163" y="0"/>
            <a:ext cx="8125838" cy="6858000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6F0431DA-6AAC-6E97-E3A7-C140139721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4066162" cy="6858000"/>
          </a:xfrm>
          <a:prstGeom prst="rect">
            <a:avLst/>
          </a:prstGeom>
          <a:solidFill>
            <a:srgbClr val="ED1B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6A2AA62A-A31B-2209-46AF-87AE994E04F9}"/>
              </a:ext>
            </a:extLst>
          </p:cNvPr>
          <p:cNvSpPr txBox="1"/>
          <p:nvPr/>
        </p:nvSpPr>
        <p:spPr>
          <a:xfrm>
            <a:off x="438149" y="593179"/>
            <a:ext cx="3548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600" b="1" dirty="0" err="1">
                <a:solidFill>
                  <a:schemeClr val="bg1"/>
                </a:solidFill>
                <a:latin typeface="HelveticaNeueLT Pro 65 Md" panose="020B0604020202020204" pitchFamily="34" charset="-18"/>
              </a:rPr>
              <a:t>Contact</a:t>
            </a:r>
            <a:endParaRPr lang="cs-CZ" sz="3600" b="1" dirty="0">
              <a:solidFill>
                <a:schemeClr val="bg1"/>
              </a:solidFill>
              <a:latin typeface="HelveticaNeueLT Pro 65 Md" panose="020B0604020202020204" pitchFamily="34" charset="-18"/>
            </a:endParaRPr>
          </a:p>
        </p:txBody>
      </p:sp>
      <p:sp>
        <p:nvSpPr>
          <p:cNvPr id="6" name="Obdélník 1">
            <a:extLst>
              <a:ext uri="{FF2B5EF4-FFF2-40B4-BE49-F238E27FC236}">
                <a16:creationId xmlns:a16="http://schemas.microsoft.com/office/drawing/2014/main" id="{28EFC4EF-3517-0A19-6A36-CD87010613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571822" y="644644"/>
            <a:ext cx="2336304" cy="8904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TextovéPole 25">
            <a:extLst>
              <a:ext uri="{FF2B5EF4-FFF2-40B4-BE49-F238E27FC236}">
                <a16:creationId xmlns:a16="http://schemas.microsoft.com/office/drawing/2014/main" id="{F3D220D6-C4EF-4754-05CF-5BD4B61E9364}"/>
              </a:ext>
            </a:extLst>
          </p:cNvPr>
          <p:cNvSpPr txBox="1"/>
          <p:nvPr/>
        </p:nvSpPr>
        <p:spPr>
          <a:xfrm>
            <a:off x="4871884" y="4624612"/>
            <a:ext cx="2710616" cy="1066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900" baseline="30000" dirty="0">
                <a:latin typeface="HelveticaNeueLT Pro 45 Lt" panose="020B0403020202020204" pitchFamily="34" charset="-18"/>
              </a:rPr>
              <a:t>HRANIPEX Czech Republic k.s.</a:t>
            </a:r>
          </a:p>
          <a:p>
            <a:r>
              <a:rPr lang="cs-CZ" sz="1900" baseline="30000" dirty="0">
                <a:latin typeface="HelveticaNeueLT Pro 45 Lt" panose="020B0403020202020204" pitchFamily="34" charset="-18"/>
              </a:rPr>
              <a:t>Jaroslavy </a:t>
            </a:r>
            <a:r>
              <a:rPr lang="cs-CZ" sz="1900" baseline="30000" dirty="0" err="1">
                <a:latin typeface="HelveticaNeueLT Pro 45 Lt" panose="020B0403020202020204" pitchFamily="34" charset="-18"/>
              </a:rPr>
              <a:t>Rýznerové</a:t>
            </a:r>
            <a:r>
              <a:rPr lang="cs-CZ" sz="1900" baseline="30000" dirty="0">
                <a:latin typeface="HelveticaNeueLT Pro 45 Lt" panose="020B0403020202020204" pitchFamily="34" charset="-18"/>
              </a:rPr>
              <a:t> 97</a:t>
            </a:r>
          </a:p>
          <a:p>
            <a:r>
              <a:rPr lang="cs-CZ" sz="1900" baseline="30000" dirty="0">
                <a:latin typeface="HelveticaNeueLT Pro 45 Lt" panose="020B0403020202020204" pitchFamily="34" charset="-18"/>
              </a:rPr>
              <a:t>Komorovice</a:t>
            </a:r>
          </a:p>
          <a:p>
            <a:r>
              <a:rPr lang="cs-CZ" sz="1900" baseline="30000" dirty="0">
                <a:latin typeface="HelveticaNeueLT Pro 45 Lt" panose="020B0403020202020204" pitchFamily="34" charset="-18"/>
              </a:rPr>
              <a:t>396 01 Humpolec</a:t>
            </a:r>
          </a:p>
          <a:p>
            <a:r>
              <a:rPr lang="cs-CZ" sz="1900" baseline="30000" dirty="0">
                <a:latin typeface="HelveticaNeueLT Pro 45 Lt" panose="020B0403020202020204" pitchFamily="34" charset="-18"/>
              </a:rPr>
              <a:t>Czech Republic</a:t>
            </a:r>
          </a:p>
        </p:txBody>
      </p:sp>
      <p:sp>
        <p:nvSpPr>
          <p:cNvPr id="10" name="TextovéPole 27">
            <a:extLst>
              <a:ext uri="{FF2B5EF4-FFF2-40B4-BE49-F238E27FC236}">
                <a16:creationId xmlns:a16="http://schemas.microsoft.com/office/drawing/2014/main" id="{3728897E-2711-5A33-4AE9-9946D51A7A98}"/>
              </a:ext>
            </a:extLst>
          </p:cNvPr>
          <p:cNvSpPr txBox="1"/>
          <p:nvPr/>
        </p:nvSpPr>
        <p:spPr>
          <a:xfrm>
            <a:off x="7655781" y="4624608"/>
            <a:ext cx="329974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900" baseline="30000" dirty="0">
                <a:latin typeface="HelveticaNeueLT Pro 45 Lt" panose="020B0403020202020204" pitchFamily="34" charset="-18"/>
              </a:rPr>
              <a:t>Email: cz-hranipex@hranipex.com</a:t>
            </a:r>
          </a:p>
          <a:p>
            <a:r>
              <a:rPr lang="cs-CZ" sz="1900" baseline="30000" dirty="0" err="1">
                <a:latin typeface="HelveticaNeueLT Pro 45 Lt" panose="020B0403020202020204" pitchFamily="34" charset="-18"/>
              </a:rPr>
              <a:t>Phone</a:t>
            </a:r>
            <a:r>
              <a:rPr lang="cs-CZ" sz="1900" baseline="30000" dirty="0">
                <a:latin typeface="HelveticaNeueLT Pro 45 Lt" panose="020B0403020202020204" pitchFamily="34" charset="-18"/>
              </a:rPr>
              <a:t>: +420 565 501 224, 227, 240, 223</a:t>
            </a:r>
          </a:p>
          <a:p>
            <a:r>
              <a:rPr lang="cs-CZ" sz="1900" baseline="30000" dirty="0" err="1">
                <a:latin typeface="HelveticaNeueLT Pro 45 Lt" panose="020B0403020202020204" pitchFamily="34" charset="-18"/>
              </a:rPr>
              <a:t>Website</a:t>
            </a:r>
            <a:r>
              <a:rPr lang="cs-CZ" sz="1900" baseline="30000" dirty="0">
                <a:latin typeface="HelveticaNeueLT Pro 45 Lt" panose="020B0403020202020204" pitchFamily="34" charset="-18"/>
              </a:rPr>
              <a:t>: www.hranipex.com</a:t>
            </a:r>
          </a:p>
        </p:txBody>
      </p:sp>
    </p:spTree>
    <p:extLst>
      <p:ext uri="{BB962C8B-B14F-4D97-AF65-F5344CB8AC3E}">
        <p14:creationId xmlns:p14="http://schemas.microsoft.com/office/powerpoint/2010/main" val="3197420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5">
            <a:extLst>
              <a:ext uri="{FF2B5EF4-FFF2-40B4-BE49-F238E27FC236}">
                <a16:creationId xmlns:a16="http://schemas.microsoft.com/office/drawing/2014/main" id="{EEE4012D-09D1-2044-9638-B22008F9C4D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8429" y="3156921"/>
            <a:ext cx="3015230" cy="584201"/>
          </a:xfrm>
          <a:prstGeom prst="rect">
            <a:avLst/>
          </a:prstGeom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D66F10E3-4F65-168B-5EE4-57AC74AAC1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4702628" y="3189579"/>
            <a:ext cx="7129543" cy="1425965"/>
          </a:xfrm>
          <a:prstGeom prst="rect">
            <a:avLst/>
          </a:prstGeom>
        </p:spPr>
        <p:txBody>
          <a:bodyPr anchor="t"/>
          <a:lstStyle>
            <a:lvl1pPr marL="0" indent="0" algn="r">
              <a:buNone/>
              <a:defRPr sz="3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cs-CZ" dirty="0" err="1"/>
              <a:t>Thank</a:t>
            </a:r>
            <a:r>
              <a:rPr lang="cs-CZ" dirty="0"/>
              <a:t> </a:t>
            </a:r>
            <a:r>
              <a:rPr lang="cs-CZ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289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4894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0" r:id="rId5"/>
    <p:sldLayoutId id="2147483657" r:id="rId6"/>
    <p:sldLayoutId id="2147483658" r:id="rId7"/>
    <p:sldLayoutId id="2147483656" r:id="rId8"/>
    <p:sldLayoutId id="2147483655" r:id="rId9"/>
    <p:sldLayoutId id="214748365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Hranipex Presentation Template">
  <a:themeElements>
    <a:clrScheme name="Hranipex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D1B34"/>
      </a:accent1>
      <a:accent2>
        <a:srgbClr val="000000"/>
      </a:accent2>
      <a:accent3>
        <a:srgbClr val="FEDB00"/>
      </a:accent3>
      <a:accent4>
        <a:srgbClr val="00B140"/>
      </a:accent4>
      <a:accent5>
        <a:srgbClr val="00B5E2"/>
      </a:accent5>
      <a:accent6>
        <a:srgbClr val="0077C8"/>
      </a:accent6>
      <a:hlink>
        <a:srgbClr val="467886"/>
      </a:hlink>
      <a:folHlink>
        <a:srgbClr val="96607D"/>
      </a:folHlink>
    </a:clrScheme>
    <a:fontScheme name="Hranipex">
      <a:majorFont>
        <a:latin typeface="HelveticaNeueLT Pro 65 Md"/>
        <a:ea typeface=""/>
        <a:cs typeface=""/>
      </a:majorFont>
      <a:minorFont>
        <a:latin typeface="HelveticaNeueLT Pro 45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2A0C2827-B88A-4522-9F85-BE0924E8DAA7}" vid="{B279580E-39C6-4990-9777-225A6760F5AC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B79372CF13634DB7DCE807A8B9BC3C" ma:contentTypeVersion="3" ma:contentTypeDescription="Create a new document." ma:contentTypeScope="" ma:versionID="35f10d424b781cbeadf777655d060197">
  <xsd:schema xmlns:xsd="http://www.w3.org/2001/XMLSchema" xmlns:xs="http://www.w3.org/2001/XMLSchema" xmlns:p="http://schemas.microsoft.com/office/2006/metadata/properties" xmlns:ns2="300da377-afd0-4247-bd77-447291c797ff" targetNamespace="http://schemas.microsoft.com/office/2006/metadata/properties" ma:root="true" ma:fieldsID="c9175f6aa4eb980e3338fbc8695d6e06" ns2:_="">
    <xsd:import namespace="300da377-afd0-4247-bd77-447291c797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0da377-afd0-4247-bd77-447291c797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055191D-A700-4B52-A5A6-AFE34602906D}">
  <ds:schemaRefs>
    <ds:schemaRef ds:uri="300da377-afd0-4247-bd77-447291c797f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8528985-E907-40B5-93D4-4DF143A30BF2}">
  <ds:schemaRefs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www.w3.org/XML/1998/namespace"/>
    <ds:schemaRef ds:uri="300da377-afd0-4247-bd77-447291c797ff"/>
    <ds:schemaRef ds:uri="http://schemas.microsoft.com/office/2006/metadata/properties"/>
    <ds:schemaRef ds:uri="http://schemas.microsoft.com/office/infopath/2007/PartnerControls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1833B514-70B6-4BF0-AA1C-B044FE6DF7A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Hranipex Presentation Template</Template>
  <TotalTime>0</TotalTime>
  <Words>829</Words>
  <Application>Microsoft Office PowerPoint</Application>
  <PresentationFormat>Širokoúhlá obrazovka</PresentationFormat>
  <Paragraphs>146</Paragraphs>
  <Slides>15</Slides>
  <Notes>6</Notes>
  <HiddenSlides>0</HiddenSlides>
  <MMClips>0</MMClips>
  <ScaleCrop>false</ScaleCrop>
  <HeadingPairs>
    <vt:vector size="6" baseType="variant">
      <vt:variant>
        <vt:lpstr>Použitá písma</vt:lpstr>
      </vt:variant>
      <vt:variant>
        <vt:i4>7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23" baseType="lpstr">
      <vt:lpstr>Aptos</vt:lpstr>
      <vt:lpstr>Aptos Narrow</vt:lpstr>
      <vt:lpstr>Arial</vt:lpstr>
      <vt:lpstr>HelveticaNeueLT Pro 45 Lt</vt:lpstr>
      <vt:lpstr>HelveticaNeueLT Pro 65 Md</vt:lpstr>
      <vt:lpstr>Segoe UI</vt:lpstr>
      <vt:lpstr>Wingdings</vt:lpstr>
      <vt:lpstr>Hranipex Presentation Template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Kraclova Stepanka</dc:creator>
  <cp:lastModifiedBy>Kratky Jan</cp:lastModifiedBy>
  <cp:revision>110</cp:revision>
  <cp:lastPrinted>2025-09-24T07:29:54Z</cp:lastPrinted>
  <dcterms:created xsi:type="dcterms:W3CDTF">2025-09-04T11:03:36Z</dcterms:created>
  <dcterms:modified xsi:type="dcterms:W3CDTF">2026-07-31T06:07:03Z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0x010100CAB79372CF13634DB7DCE807A8B9BC3C</vt:lpwstr>
  </property>
  <property fmtid="{D5CDD505-2E9C-101B-9397-08002B2CF9AE}" pid="3" name="MediaServiceImageTags">
    <vt:lpwstr/>
  </property>
</Properties>
</file>